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32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9849" y="1086922"/>
            <a:ext cx="12223790" cy="624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Airline Overbooking MDP — Problem Formulation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9849" y="2064306"/>
            <a:ext cx="13230701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State:</a:t>
            </a: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(tickets sold, time remaining) → 336 total states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9849" y="2563535"/>
            <a:ext cx="13230701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Actions:</a:t>
            </a: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Reject | Discount (20% off) | Full Price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9849" y="3062764"/>
            <a:ext cx="13230701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Transitions:</a:t>
            </a: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Stochastic — 80% demand probability, acceptance varies by price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9849" y="3561993"/>
            <a:ext cx="13230701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Reward:</a:t>
            </a: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Ticket revenue − Bumping cost − Empty seat penalty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9849" y="4127421"/>
            <a:ext cx="5419130" cy="499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Parameters (Real BTS Data):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99849" y="4891683"/>
            <a:ext cx="13230701" cy="150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Full Price: $300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Discount: $240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Bumping Cost: $500 (BTS: $488)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Show-up Rate: 90%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Capacity: 10 seats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99849" y="6595070"/>
            <a:ext cx="13230701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 Source: Bureau of Transportation Statistics (2018-2020)</a:t>
            </a:r>
            <a:endParaRPr lang="en-US" sz="15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FA0780-5F70-8107-AC57-CFA8EF76EC1A}"/>
              </a:ext>
            </a:extLst>
          </p:cNvPr>
          <p:cNvSpPr/>
          <p:nvPr/>
        </p:nvSpPr>
        <p:spPr>
          <a:xfrm>
            <a:off x="12763500" y="7648575"/>
            <a:ext cx="1866900" cy="56938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8142"/>
            <a:ext cx="109506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Experimental Results — Policy Iteration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03897"/>
            <a:ext cx="552831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Converged in 4 iterations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26159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C9283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Optimal Policy: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913703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Threshold: 11 tickets (10% overbooking)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Rule: Accept full price if tickets &lt; 11, else Reject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Expected Profit: $2,970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Bump Probability: 20.4%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36168" y="2377083"/>
            <a:ext cx="6571417" cy="3305413"/>
          </a:xfrm>
          <a:prstGeom prst="roundRect">
            <a:avLst>
              <a:gd name="adj" fmla="val 4941"/>
            </a:avLst>
          </a:prstGeom>
          <a:solidFill>
            <a:srgbClr val="9C92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62982" y="2603897"/>
            <a:ext cx="6117788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Monte Carlo Comparison (10,000 simulations):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662982" y="3681293"/>
            <a:ext cx="6117788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Optimal: $2,970 (+4.2%)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 Overbooking: $2,851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Always Full Price: $2,886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Threshold-12: $2,952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462050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DDDA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813761"/>
            <a:ext cx="283488" cy="2268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30906" y="574553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Insight:</a:t>
            </a:r>
            <a:r>
              <a:rPr lang="en-US" sz="1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10% overbooking matches real airline practice (5-15%)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DCC36A-2B5D-F042-F17C-B77BBA07EC54}"/>
              </a:ext>
            </a:extLst>
          </p:cNvPr>
          <p:cNvSpPr/>
          <p:nvPr/>
        </p:nvSpPr>
        <p:spPr>
          <a:xfrm>
            <a:off x="12763500" y="7648575"/>
            <a:ext cx="1866900" cy="569383"/>
          </a:xfrm>
          <a:prstGeom prst="rect">
            <a:avLst/>
          </a:prstGeom>
          <a:solidFill>
            <a:srgbClr val="FDFBF7"/>
          </a:solidFill>
          <a:ln>
            <a:solidFill>
              <a:srgbClr val="FDFB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</Words>
  <Application>Microsoft Office PowerPoint</Application>
  <PresentationFormat>Custom</PresentationFormat>
  <Paragraphs>27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Noto Serif</vt:lpstr>
      <vt:lpstr>Noto Serif Medium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Gaurav Dalal</cp:lastModifiedBy>
  <cp:revision>2</cp:revision>
  <dcterms:created xsi:type="dcterms:W3CDTF">2026-02-02T00:21:07Z</dcterms:created>
  <dcterms:modified xsi:type="dcterms:W3CDTF">2026-02-02T00:27:12Z</dcterms:modified>
</cp:coreProperties>
</file>